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image" Target="../media/image901.png"/><Relationship Id="rId2" Type="http://schemas.openxmlformats.org/officeDocument/2006/relationships/image" Target="../media/image902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6"/>
          <c:y val="0.02"/>
          <c:w val="0.92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blipFill dpi="0" rotWithShape="1">
              <a:blip r:embed="rId2">
                <a:alphaModFix amt="67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5"/>
        <c:overlap val="23"/>
        <c:axId val="511111111"/>
        <c:axId val="522222222"/>
      </c:barChart>
      <c:catAx>
        <c:axId val="511111111"/>
        <c:scaling>
          <c:orientation val="minMax"/>
        </c:scaling>
        <c:delete val="0"/>
        <c:axPos val="b"/>
        <c:crossAx val="522222222"/>
      </c:catAx>
      <c:valAx>
        <c:axId val="522222222"/>
        <c:scaling>
          <c:orientation val="minMax"/>
        </c:scaling>
        <c:delete val="0"/>
        <c:axPos val="l"/>
        <c:crossAx val="511111111"/>
      </c:valAx>
      <c:spPr>
        <a:noFill/>
        <a:ln>
          <a:noFill/>
        </a:ln>
      </c:spPr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BarPictureFillHill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Picture-Fill Hill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