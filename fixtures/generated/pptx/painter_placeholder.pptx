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12192000" cy="6858000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Placeholder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nitro">
  <a:themeElements>
    <a:clrScheme name="nitr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nitro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nitro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9525">
          <a:solidFill>
            <a:schemeClr val="phClr"/>
          </a:solidFill>
        </a:ln>
        <a:ln w="9525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nitro-xml fixture generator</Application>
  <Slides>1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placeholder</dc:title>
  <dc:creator>nitro-xml fixture generator</dc:creator>
  <dcterms:created xsi:type="dcterms:W3CDTF">1980-01-01T00:00:00Z</dcterms:created>
  <dcterms:modified xsi:type="dcterms:W3CDTF">1980-01-01T00:00:00Z</dcterms:modified>
</cp:coreProperties>
</file>