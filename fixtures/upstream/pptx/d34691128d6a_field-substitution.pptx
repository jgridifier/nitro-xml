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Beta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Gamma</a:t>
            </a:r>
          </a:p>
        </p:txBody>
      </p:sp>
      <p:sp>
        <p:nvSpPr>
          <p:cNvPr id="3" name="TextBox 6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Delta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8</Words>
  <Application>pptx-viewer-sdk</Application>
  <Paragraphs>8</Paragraphs>
  <Slides>4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Substitution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