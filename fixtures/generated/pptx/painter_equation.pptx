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/>
      <p:sp>
        <p:nvSpPr>
          <p:cNvPr id="2" name="eq"/>
          <p:cNvSpPr txBox="1"/>
          <p:nvPr/>
        </p:nvSpPr>
        <p:spPr/>
        <p:txBody>
          <a:bodyPr/>
          <a:lstStyle/>
          <a:p>
            <a:r>
              <a:t>Eq </a:t>
            </a:r>
            <m:oMath>
              <m:r>
                <m:t>x</m:t>
              </m:r>
            </m:oMath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equation</dc:title>
  <dc:creator>nitro-xml fixture generator</dc:creator>
  <dcterms:created xsi:type="dcterms:W3CDTF">1980-01-01T00:00:00Z</dcterms:created>
  <dcterms:modified xsi:type="dcterms:W3CDTF">1980-01-01T00:00:00Z</dcterms:modified>
</cp:coreProperties>
</file>