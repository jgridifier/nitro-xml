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14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layout inside table cells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716784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Alignment per paragraph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aligned first paragraph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Centered second paragraph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10pt line spacing at 9pt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quick brown fox jumps over the lazy dog while the band plays on. The quick brown fox jumps over the lazy dog while the band plays 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spacing 0.8 (multiple)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8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quick brown fox jumps over the lazy dog while the band plays on. The quick brown fox jumps over the lazy dog while the band plays 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after 12pt between paragraphs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1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paragraph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spcAft>
                          <a:spcPts val="1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paragraph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spcAft>
                          <a:spcPts val="1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Third paragraph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Hanging indent 0.25in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quick brown fox jumps over the lazy dog while the band plays on. The quick brown fox jumps over the lazy dog while the band plays 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Macintosh PowerPoint</Application>
  <PresentationFormat>와이드스크린</PresentationFormat>
  <Paragraphs>17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Haseom Shin</cp:lastModifiedBy>
  <cp:revision>1</cp:revision>
  <dcterms:created xsi:type="dcterms:W3CDTF">2026-10-08T01:08:50Z</dcterms:created>
  <dcterms:modified xsi:type="dcterms:W3CDTF">2026-10-08T02:23:26Z</dcterms:modified>
</cp:coreProperties>
</file>