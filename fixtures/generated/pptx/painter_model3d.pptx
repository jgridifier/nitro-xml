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media/poster.png" ContentType="image/png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oste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svg="http://schemas.microsoft.com/office/drawing/2016/SVG/main" xmlns:am3d="http://schemas.microsoft.com/office/drawing/2017/model3d">
  <p:cSld>
    <p:spTree>
      <p:nvGrpSpPr>
        <p:cNvPr id="1" name=""/>
        <p:cNvGrpSpPr/>
        <p:nvPr/>
      </p:nvGrpSpPr>
      <p:grpSpPr/>
      <p:graphicFrame>
        <p:nvGraphicFramePr>
          <p:cNvPr id="2" name="3D Model"/>
          <p:cNvGraphicFramePr/>
          <p:nvPr/>
        </p:nvGraphicFramePr>
        <p:xfrm>
          <a:off x="0" y="0"/>
          <a:ext cx="2000000" cy="2000000"/>
        </p:xfrm>
        <a:graphic>
          <a:graphicData uri="http://schemas.microsoft.com/office/drawing/2017/model3d">
            <am3d:model3d>
              <am3d:rasterImage r:embed="rId2"/>
            </am3d:model3d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nitro">
  <a:themeElements>
    <a:clrScheme name="nitr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itro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nitr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nitro-xml fixture generator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model3d</dc:title>
  <dc:creator>nitro-xml fixture generator</dc:creator>
  <dcterms:created xsi:type="dcterms:W3CDTF">1980-01-01T00:00:00Z</dcterms:created>
  <dcterms:modified xsi:type="dcterms:W3CDTF">1980-01-01T00:00:00Z</dcterms:modified>
</cp:coreProperties>
</file>