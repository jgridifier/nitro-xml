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3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libri"/>
              </a:rPr>
              <a:t>Nitro 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FE3D9"/>
                </a:solidFill>
                <a:latin typeface="Calibri"/>
              </a:rPr>
              <a:t>Open Office files in the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429000"/>
            <a:ext cx="146304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43E1C"/>
                </a:solidFill>
                <a:latin typeface="Calibri"/>
              </a:rPr>
              <a:t>Why it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2103120"/>
            <a:ext cx="731520" cy="731520"/>
          </a:xfrm>
          <a:prstGeom prst="ellipse">
            <a:avLst/>
          </a:prstGeom>
          <a:solidFill>
            <a:srgbClr val="C43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42424"/>
                </a:solidFill>
                <a:latin typeface="Calibri"/>
              </a:rPr>
              <a:t>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49039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05E5C"/>
                </a:solidFill>
                <a:latin typeface="Calibri"/>
              </a:rPr>
              <a:t>Files never leave the device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347472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0" y="2103120"/>
            <a:ext cx="731520" cy="731520"/>
          </a:xfrm>
          <a:prstGeom prst="ellipse">
            <a:avLst/>
          </a:prstGeom>
          <a:solidFill>
            <a:srgbClr val="C43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42424"/>
                </a:solidFill>
                <a:latin typeface="Calibri"/>
              </a:rPr>
              <a:t>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749039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05E5C"/>
                </a:solidFill>
                <a:latin typeface="Calibri"/>
              </a:rPr>
              <a:t>Rust and WebAssembly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291840" cy="3474720"/>
          </a:xfrm>
          <a:prstGeom prst="round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2103120"/>
            <a:ext cx="731520" cy="731520"/>
          </a:xfrm>
          <a:prstGeom prst="ellipse">
            <a:avLst/>
          </a:prstGeom>
          <a:solidFill>
            <a:srgbClr val="C43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42424"/>
                </a:solidFill>
                <a:latin typeface="Calibri"/>
              </a:rPr>
              <a:t>Familiar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749039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05E5C"/>
                </a:solidFill>
                <a:latin typeface="Calibri"/>
              </a:rPr>
              <a:t>Looks and behaves like Office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43E1C"/>
                </a:solidFill>
                <a:latin typeface="Calibri"/>
              </a:rPr>
              <a:t>Open time by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Calibri"/>
              </a:rPr>
              <a:t>xlsx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1828800"/>
            <a:ext cx="9034272" cy="9144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28832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42424"/>
                </a:solidFill>
                <a:latin typeface="Calibri"/>
              </a:rPr>
              <a:t>312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Calibri"/>
              </a:rPr>
              <a:t>docx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3200400"/>
            <a:ext cx="6254496" cy="914400"/>
          </a:xfrm>
          <a:prstGeom prst="rect">
            <a:avLst/>
          </a:prstGeom>
          <a:solidFill>
            <a:srgbClr val="185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49056" y="3383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42424"/>
                </a:solidFill>
                <a:latin typeface="Calibri"/>
              </a:rPr>
              <a:t>216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Calibri"/>
              </a:rPr>
              <a:t>pptx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4572000"/>
            <a:ext cx="7644383" cy="914400"/>
          </a:xfrm>
          <a:prstGeom prst="rect">
            <a:avLst/>
          </a:prstGeom>
          <a:solidFill>
            <a:srgbClr val="C43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38944" y="4754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42424"/>
                </a:solidFill>
                <a:latin typeface="Calibri"/>
              </a:rPr>
              <a:t>264 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43E1C"/>
                </a:solidFill>
                <a:latin typeface="Calibri"/>
              </a:rPr>
              <a:t>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31520">
                <a:tc>
                  <a:txBody>
                    <a:bodyPr/>
                    <a:lstStyle/>
                    <a:p>
                      <a:r>
                        <a:rPr sz="2200"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Status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20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Viewer parity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Shipped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20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Editing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In progress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20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DBBB9"/>
                </a:solidFill>
                <a:latin typeface="Calibri"/>
              </a:rPr>
              <a:t>github.com/jgridifier/nitro-xml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