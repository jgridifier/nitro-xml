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Slide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Cube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600">
        <p14:prism xmlns:p14="http://schemas.microsoft.com/office/powerpoint/2010/main" dir="l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Box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600">
        <p14:prism xmlns:p14="http://schemas.microsoft.com/office/powerpoint/2010/main" dir="l" isInverted="1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6</Words>
  <Application>pptx-viewer-sdk</Application>
  <Paragraphs>3</Paragraphs>
  <Slides>3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Box vs Cube Transition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