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bin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media/pad.bin" ContentType="application/octet-stream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5.xml"/><Relationship Id="rId58" Type="http://schemas.openxmlformats.org/officeDocument/2006/relationships/slide" Target="slides/slide56.xml"/><Relationship Id="rId59" Type="http://schemas.openxmlformats.org/officeDocument/2006/relationships/slide" Target="slides/slide57.xml"/><Relationship Id="rId60" Type="http://schemas.openxmlformats.org/officeDocument/2006/relationships/slide" Target="slides/slide58.xml"/><Relationship Id="rId61" Type="http://schemas.openxmlformats.org/officeDocument/2006/relationships/slide" Target="slides/slide59.xml"/><Relationship Id="rId62" Type="http://schemas.openxmlformats.org/officeDocument/2006/relationships/slide" Target="slides/slide60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Slide 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tro">
  <a:themeElements>
    <a:clrScheme name="nitr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nitro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nitro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nitro-xml fixture generator</Application>
  <Slides>60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 slides=60</dc:title>
  <dc:creator>nitro-xml fixture generator</dc:creator>
  <dcterms:created xsi:type="dcterms:W3CDTF">1980-01-01T00:00:00Z</dcterms:created>
  <dcterms:modified xsi:type="dcterms:W3CDTF">1980-01-01T00:00:00Z</dcterms:modified>
</cp:coreProperties>
</file>