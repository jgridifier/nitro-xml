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Transition Target</a:t>
            </a:r>
          </a:p>
        </p:txBody>
      </p:sp>
    </p:spTree>
  </p:cSld>
  <p:clrMapOvr>
    <a:masterClrMapping/>
  </p:clrMapOvr>
  <p:transition p14:dur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ptx="http://schemas.pptx.ai/pptx/editor-met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Animated Slide</a:t>
            </a:r>
          </a:p>
        </p:txBody>
      </p:sp>
      <p:sp>
        <p:nvSpPr>
          <p:cNvPr id="2" name="Rectangle 4"/>
          <p:cNvSpPr txBox="0"/>
          <p:nvPr/>
        </p:nvSpPr>
        <p:spPr>
          <a:xfrm>
            <a:off x="1143000" y="2095500"/>
            <a:ext cx="2857500" cy="142875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sz="1800" b="1" dirty="0">
                <a:solidFill>
                  <a:srgbClr val="FFFFFF"/>
                </a:solidFill>
              </a:rPr>
              <a:t>ANIMATE ME</a:t>
            </a:r>
          </a:p>
        </p:txBody>
      </p:sp>
    </p:spTree>
  </p:cSld>
  <p:clrMapOvr>
    <a:masterClrMapping/>
  </p:clrMapOvr>
  <p:timing>
    <p:tnLst>
      <p:par>
        <p:cTn id="6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clickEffect" dur="5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"/>
      </p:ext>
    </p:extLst>
  </p:timing>
  <p:extLst>
    <p:ext uri="{A6F62C1B-B45C-4E8A-8B0A-1B3E5F8C8D4A}">
      <pptx:editorMeta>
        <pptx:animations>
          <pptx:animation elementId="2" entrance="fadeIn" durationMs="500" delayMs="0" trigger="onClick"/>
        </pptx:animations>
      </pptx:editorMe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End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10</Words>
  <Application>pptx-viewer-sdk</Application>
  <Paragraphs>5</Paragraphs>
  <Slides>4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 &amp; Animations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