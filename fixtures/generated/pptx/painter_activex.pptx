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media/image1.png" ContentType="image/png"/>
  <Override PartName="/ppt/activeX/activeX1.xml" ContentType="application/vnd.ms-office.activeX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/Relationships>
</file>

<file path=ppt/activeX/activeX1.xml><?xml version="1.0" encoding="utf-8"?>
<ax:ocx xmlns:ax="http://schemas.microsoft.com/office/2006/activeX" xmlns:r="http://schemas.openxmlformats.org/officeDocument/2006/relationships" ax:classid="{D7053240-CE69-11CD-A777-00DD01143C57}"/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control" Target="../activeX/activeX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ActiveX"/>
          <p:cNvPicPr/>
          <p:nvPr>
            <p:extLst>
              <p:ext uri="{2DF8D04C-5BFA-101B-BDE5-00AA0044DE52}">
                <a:extLst xmlns:a="http://schemas.openxmlformats.org/drawingml/2006/main"/>
              </p:ext>
            </p:extLst>
            <p:controls xmlns:p="http://schemas.openxmlformats.org/presentationml/2006/main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000000" cy="1000000"/>
          </a:xfrm>
          <a:prstGeom prst="rect">
            <a:avLst/>
          </a:prstGeom>
        </p:spPr>
      </p:pic>
    </p:spTree>
  </p:cSld>
  <p:clrMapOvr>
    <a:masterClrMapping/>
  </p:clrMapOvr>
  <p:controls>
    <p:control id="1" name="CommandButton1" r:id="rId3">
      <p:extLst/>
    </p:control>
  </p:controls>
</p:sld>
</file>

<file path=ppt/theme/theme1.xml><?xml version="1.0" encoding="utf-8"?>
<a:theme xmlns:a="http://schemas.openxmlformats.org/drawingml/2006/main" name="nitro">
  <a:themeElements>
    <a:clrScheme name="nitr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itro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nitr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nitro-xml fixture generator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activex</dc:title>
  <dc:creator>nitro-xml fixture generator</dc:creator>
  <dcterms:created xsi:type="dcterms:W3CDTF">1980-01-01T00:00:00Z</dcterms:created>
  <dcterms:modified xsi:type="dcterms:W3CDTF">1980-01-01T00:00:00Z</dcterms:modified>
</cp:coreProperties>
</file>