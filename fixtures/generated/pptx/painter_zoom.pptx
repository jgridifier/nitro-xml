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/>
      <p:graphicFrame>
        <p:nvGraphicFramePr>
          <p:cNvPr id="2" name="Slide Zoom"/>
          <p:cNvGraphicFramePr/>
          <p:nvPr>
            <p:extLst>
              <p:ext uri="{FF2B5EF4-FFF2-40B4-BE49-F238E27FC236}">
                <p14:modId val="1"/>
              </p:ext>
            </p:extLst>
          </p:nvPr>
        </p:nvGraphicFramePr>
        <p:xfrm>
          <a:off x="0" y="0"/>
          <a:ext cx="3000000" cy="2000000"/>
        </p:xfrm>
        <a:graphic>
          <a:graphicData uri="http://schemas.microsoft.com/office/powerpoint/2010/main">
            <p14:slideZoom cId="256">
              <p14:sldIdlist>
                <p14:sldId id="256"/>
              </p14:sldIdlist>
            </p14:slideZoom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slides=2</dc:title>
  <dc:creator>nitro-xml fixture generator</dc:creator>
  <dcterms:created xsi:type="dcterms:W3CDTF">1980-01-01T00:00:00Z</dcterms:created>
  <dcterms:modified xsi:type="dcterms:W3CDTF">1980-01-01T00:00:00Z</dcterms:modified>
</cp:coreProperties>
</file>