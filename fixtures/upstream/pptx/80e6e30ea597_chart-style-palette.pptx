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2"/>
  <c:chart>
    <c:title>
      <c:tx>
        <c:rich>
          <a:bodyPr/>
          <a:p>
            <a:r>
              <a:t>Style Palette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Q1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S2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Q1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S3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Q1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S4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Q1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S5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Q1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S6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Q1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S7</c:v>
                </c:pt>
              </c:strCache>
            </c:strRef>
          </c:tx>
          <c:invertIfNegative val="0"/>
          <c:cat>
            <c:strRef>
              <c:f>Sheet1!$A$2</c:f>
              <c:strCache>
                <c:ptCount val="1"/>
                <c:pt idx="0">
                  <c:v>Q1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</c:ser>
        <c:gapWidth val="5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50010"/>
        <c:crosses val="autoZero"/>
        <c:crossBetween val="between"/>
      </c:valAx>
    </c:plotArea>
    <c:plotVisOnly val="1"/>
    <c:dispBlanksAs val="gap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/>
              <a:t/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E86A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Style Palette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