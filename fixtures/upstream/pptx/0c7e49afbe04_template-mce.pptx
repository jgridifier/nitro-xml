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LayoutMceChoice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70AD47"/>
              </a:solidFill>
            </p:spPr>
            <p:txBody>
              <a:bodyPr/>
              <a:lstStyle/>
              <a:p>
                <a:r>
                  <a:rPr lang="en-US"/>
                  <a:t>LayoutMceChoiceShape</a:t>
                </a:r>
              </a:p>
            </p:txBody>
          </p:sp>
        </mc:Choice>
        <mc:Fallback>
          <p:sp>
            <p:nvSpPr>
              <p:cNvPr id="210" name="LayoutMceFallbackShape"/>
              <p:cNvSpPr/>
              <p:nvPr/>
            </p:nvSpPr>
            <p:spPr>
              <a:xfrm>
                <a:off x="2743200" y="5029200"/>
                <a:ext cx="914400" cy="457200"/>
              </a:xfrm>
              <a:prstGeom prst="rect">
                <a:avLst/>
              </a:prstGeom>
              <a:solidFill>
                <a:srgbClr val="A5A5A5"/>
              </a:solidFill>
            </p:spPr>
            <p:txBody>
              <a:bodyPr/>
              <a:lstStyle/>
              <a:p>
                <a:r>
                  <a:rPr lang="en-US"/>
                  <a:t>LayoutMceFallbackShape</a:t>
                </a:r>
              </a:p>
            </p:txBody>
          </p:sp>
        </mc:Fallback>
      </mc:AlternateContent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1905000" cy="11430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MCE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