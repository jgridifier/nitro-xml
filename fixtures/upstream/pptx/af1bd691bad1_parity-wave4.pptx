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modifyVerifier cryptProviderType="rsaAES" cryptAlgorithmClass="hash" cryptAlgorithmType="typeAny" spinCount="100000" saltData="Zm9v" hashData="YmFy"/>
  <p:wave4Unmodelled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Rg st="2" end="3"/>
  </p:showPr>
  <p:clrMru>
    <a:srgbClr val="FF6600"/>
    <a:srgbClr val="0066FF"/>
    <a:srgbClr val="33CC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1" snapToObjects="1" showGuides="1">
      <p:cViewPr varScale="1">
        <p:scale>
          <a:sx n="70" d="100"/>
          <a:sy n="70" d="100"/>
        </p:scale>
        <p:origin x="0" y="0"/>
      </p:cViewPr>
      <p:guideLst>
        <p:guide orient="horz" pos="2160"/>
        <p:guide pos="2880"/>
      </p:guideLst>
    </p:cSldViewPr>
  </p:slideViewPr>
  <p:gridSpacing cx="180000" cy="1800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0" y="952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WAVE4-SLIDE-ONE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952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WAVE4-SLIDE-TWO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952500" y="952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WAVE4-SLIDE-THREE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3</Words>
  <Application>pptx-viewer-sdk</Application>
  <Paragraphs>3</Paragraphs>
  <Slides>3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Parity Wave 4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