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pPr algn="r" rtl="1"/>
            <a:r>
              <a:rPr lang="ar-SA"/>
              <a:t>مرحبا بالعالم</a:t>
            </a:r>
          </a:p>
          <a:p>
            <a:pPr algn="r" rtl="1"/>
            <a:r>
              <a:rPr lang="he-IL"/>
              <a:t>שלום עולם</a:t>
            </a:r>
          </a:p>
          <a:p>
            <a:pPr algn="l"/>
            <a:r>
              <a:rPr lang="en-US"/>
              <a:t>Hello </a:t>
            </a:r>
            <a:r>
              <a:rPr lang="he-IL"/>
              <a:t>שלום</a:t>
            </a:r>
            <a:r>
              <a:rPr lang="en-US"/>
              <a:t> world </a:t>
            </a:r>
            <a:r>
              <a:rPr lang="ar-SA"/>
              <a:t>مرحبا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bidi arabic hebrew slides</dc:title>
  <dc:creator>nitro-xml fixture generator</dc:creator>
  <dcterms:created xsi:type="dcterms:W3CDTF">1980-01-01T00:00:00Z</dcterms:created>
  <dcterms:modified xsi:type="dcterms:W3CDTF">1980-01-01T00:00:00Z</dcterms:modified>
</cp:coreProperties>
</file>